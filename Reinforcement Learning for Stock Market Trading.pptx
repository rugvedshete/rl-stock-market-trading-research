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D4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B0E7F-14FA-E603-1F7E-E0F0A65E2F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B6A1A9-9D86-F7AF-B813-FC4B596F4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B1127-DF72-EA45-0067-E0B057EC1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5FA6-46E6-4A68-9817-3900A6D35E7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93B06-D47D-2769-9783-3DBE92373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CA456-CD3F-4597-24C1-C6B7375F7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9B71-5A54-4C67-955D-7A645966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567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BF0AD-9174-AA76-B833-1AC12A3C4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E983A-6EF3-26A2-0659-4C03916C3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46600-694A-0CEA-CC7B-BAE26BB8B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5FA6-46E6-4A68-9817-3900A6D35E7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1E08F-C67B-54C5-3342-EBC55C8B2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8462D-037D-1CB4-988B-2D4D948A0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9B71-5A54-4C67-955D-7A645966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248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B5DFD-1EA3-E611-D188-270D0EA76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6DEC9-49BC-60E6-1F8C-2AB95EF55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A9E9F-A44A-A20E-7ABD-A8C69FB3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5FA6-46E6-4A68-9817-3900A6D35E7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C4183-FDF9-1799-868F-BA9EB8CE4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4918E-234C-B338-3EF8-A659A866B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9B71-5A54-4C67-955D-7A645966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364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7A258-0386-7F4F-5B93-26CD96829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0FFD2-09DB-D447-CF5F-38780D53EE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54D4C-5F6F-9B0D-7CD1-DE06236E6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66BBB-9930-361D-DE44-43A23ED7D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5FA6-46E6-4A68-9817-3900A6D35E7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3AD32-B595-1280-9F91-D31530869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50B94B-4B69-EC79-58B3-BC71B9F05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9B71-5A54-4C67-955D-7A645966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272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A2394-3E2A-DCF4-5766-234AB7C61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749E8-316F-3BB0-1B98-E9DC54600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69529D-AD27-38F9-F5D4-24B47C969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A81C89-B9AC-0A25-4209-821DEFBA1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B8EBFF-D15D-541F-3498-ACD68C3521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B0680B-8BE7-D192-AE01-58C96C5F4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5FA6-46E6-4A68-9817-3900A6D35E7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E18ED3-90AD-9314-B6EC-23C9A9C94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50723B-EC26-3377-0551-D77C04B5D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9B71-5A54-4C67-955D-7A645966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770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38444-C9A8-5AD8-E5B1-2B6EC3953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A3A25D-138B-E29D-CC20-E2871C0CC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5FA6-46E6-4A68-9817-3900A6D35E7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8F51EC-04FE-2B34-519E-298C28B85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0E8C12-AC74-B1FE-B49D-6BDA3637A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9B71-5A54-4C67-955D-7A645966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180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D08FEB-FEA4-6D9F-72A7-74E4EEE06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5FA6-46E6-4A68-9817-3900A6D35E7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9614B0-261C-9337-6651-0A3B4C0F2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BF7AD-5BD4-C5C1-5311-7E96D4B19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9B71-5A54-4C67-955D-7A645966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101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00EBA-4C7C-CBFE-35A3-15485DAA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E9A87-A4F6-8B12-C06D-894C8A106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3DE31-D36E-6264-0C1E-8BF34DFDB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D3041-191F-FA0B-385E-1579522FE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5FA6-46E6-4A68-9817-3900A6D35E7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DE772-5609-C117-C3EA-43ACA8F0F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F26A5-03EF-28B7-3C87-0A8A475AB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9B71-5A54-4C67-955D-7A645966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61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DDAB-C73F-C743-29B8-D2444201B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D40AEB-4CB0-75A7-FCF8-7DBAC86E11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022909-F769-3D96-66DA-FF1ABE683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7CA65-30A4-0F76-B7EB-9CD5CB3BB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5FA6-46E6-4A68-9817-3900A6D35E7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A9B34-CCD7-568B-A176-5210AF8E0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B101C-FB1B-BC6E-FEA7-E970550F8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9B71-5A54-4C67-955D-7A645966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880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F636D-33D1-FF45-CE9F-2781E5EC1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B49783-7E94-9635-195A-F55B90BE0D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F8A11-F017-D7E6-18EB-052AAB364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5FA6-46E6-4A68-9817-3900A6D35E7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626A5-BC51-8A76-84FE-634D6A456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8F767-D521-9830-82E6-FB7567654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9B71-5A54-4C67-955D-7A645966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73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961194-E471-6BC3-7EBE-021B961FDE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883341-F21F-F542-3F22-4FD88A81A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B0AD0-5ECA-000C-5436-2B1E6DAE8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5FA6-46E6-4A68-9817-3900A6D35E7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27A66-FBDD-48A9-8914-755DE0D4F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DA228-27DF-4975-5593-C2CF7E89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9B71-5A54-4C67-955D-7A645966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013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C38993-E60F-9422-4CA1-9AB071266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B89C1-324C-340B-A34F-3FD827680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4F3C8-8F5E-AF7A-C86E-D97E9880E8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C65FA6-46E6-4A68-9817-3900A6D35E7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2950D-DD6C-31C3-505E-AC33B9266B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67898-052C-AE9E-997E-A94EB396B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B9B71-5A54-4C67-955D-7A645966D1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994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FEA4-8565-C997-46A6-B532BC605C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06302-8DB9-BB20-96D8-141D2EE22A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FBE86D-EF4B-6704-8EC0-7C6698551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1644B4-C1BA-66A0-78DF-566B4F07B44C}"/>
              </a:ext>
            </a:extLst>
          </p:cNvPr>
          <p:cNvSpPr txBox="1"/>
          <p:nvPr/>
        </p:nvSpPr>
        <p:spPr>
          <a:xfrm>
            <a:off x="1804219" y="276761"/>
            <a:ext cx="858356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59D498"/>
                </a:solidFill>
              </a:rPr>
              <a:t>Reinforcement Learning for Stock Market Trading</a:t>
            </a:r>
          </a:p>
          <a:p>
            <a:pPr algn="ctr"/>
            <a:r>
              <a:rPr lang="en-US" dirty="0">
                <a:solidFill>
                  <a:srgbClr val="59D498"/>
                </a:solidFill>
              </a:rPr>
              <a:t>A Framework for Predictive and Adaptive Decision-Making</a:t>
            </a:r>
          </a:p>
          <a:p>
            <a:pPr algn="ctr"/>
            <a:endParaRPr lang="en-US" sz="4000" b="1" dirty="0">
              <a:solidFill>
                <a:srgbClr val="59D498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4B587D-4F50-8E8D-75B5-47F269207A69}"/>
              </a:ext>
            </a:extLst>
          </p:cNvPr>
          <p:cNvSpPr txBox="1"/>
          <p:nvPr/>
        </p:nvSpPr>
        <p:spPr>
          <a:xfrm>
            <a:off x="2689121" y="2001838"/>
            <a:ext cx="6813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By Rugved Shete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Department of Computer Engineering, MIT ADT University, Pune, India</a:t>
            </a:r>
          </a:p>
        </p:txBody>
      </p:sp>
    </p:spTree>
    <p:extLst>
      <p:ext uri="{BB962C8B-B14F-4D97-AF65-F5344CB8AC3E}">
        <p14:creationId xmlns:p14="http://schemas.microsoft.com/office/powerpoint/2010/main" val="3776199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Rugved Shete</dc:creator>
  <cp:lastModifiedBy>Rugved Shete</cp:lastModifiedBy>
  <cp:revision>1</cp:revision>
  <dcterms:created xsi:type="dcterms:W3CDTF">2025-11-05T07:21:04Z</dcterms:created>
  <dcterms:modified xsi:type="dcterms:W3CDTF">2025-11-05T07:21:06Z</dcterms:modified>
</cp:coreProperties>
</file>